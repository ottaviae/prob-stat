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7" r:id="rId17"/>
    <p:sldId id="280" r:id="rId18"/>
    <p:sldId id="281" r:id="rId19"/>
    <p:sldId id="282" r:id="rId20"/>
    <p:sldId id="295" r:id="rId21"/>
    <p:sldId id="283" r:id="rId22"/>
    <p:sldId id="284" r:id="rId23"/>
    <p:sldId id="285" r:id="rId24"/>
    <p:sldId id="296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5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953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776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918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38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968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50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320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946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05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51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0"/>
              </a:schemeClr>
            </a:gs>
            <a:gs pos="100000">
              <a:srgbClr val="ECDFF5"/>
            </a:gs>
          </a:gsLst>
          <a:lin ang="6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CD11D-9722-4AF9-B153-D52358654733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7571-4CB9-4923-9C53-0B333E1E7B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966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26" y="108065"/>
            <a:ext cx="8804753" cy="664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9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63" y="0"/>
            <a:ext cx="8785887" cy="660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72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9799"/>
            <a:ext cx="8478676" cy="63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5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39799"/>
            <a:ext cx="8514451" cy="63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4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12999"/>
            <a:ext cx="8514451" cy="643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9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AFE2DC8-A91D-46BA-B85D-77E1EC21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19" y="444439"/>
            <a:ext cx="7881706" cy="418597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153811-8894-4343-A69F-DC2F92EA13F8}"/>
              </a:ext>
            </a:extLst>
          </p:cNvPr>
          <p:cNvSpPr txBox="1"/>
          <p:nvPr/>
        </p:nvSpPr>
        <p:spPr>
          <a:xfrm>
            <a:off x="1447060" y="5823751"/>
            <a:ext cx="5841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Introduzione Capito 2, pagina 69</a:t>
            </a:r>
          </a:p>
        </p:txBody>
      </p:sp>
    </p:spTree>
    <p:extLst>
      <p:ext uri="{BB962C8B-B14F-4D97-AF65-F5344CB8AC3E}">
        <p14:creationId xmlns:p14="http://schemas.microsoft.com/office/powerpoint/2010/main" val="161092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87" y="221933"/>
            <a:ext cx="8550226" cy="64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1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26399"/>
            <a:ext cx="8514451" cy="64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4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30866"/>
            <a:ext cx="8514451" cy="63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6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87" y="208533"/>
            <a:ext cx="8550226" cy="64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8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5333"/>
            <a:ext cx="8478676" cy="63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1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48733"/>
            <a:ext cx="8514451" cy="636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26399"/>
            <a:ext cx="8478676" cy="64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58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35333"/>
            <a:ext cx="8514451" cy="63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F385CFF-E3DD-43CB-A192-A0A390E6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17" y="470517"/>
            <a:ext cx="9060496" cy="52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4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FD7F63D-A898-41C4-8E38-0A707480C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847725"/>
            <a:ext cx="6756405" cy="453214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0DF0654-9611-473A-9A1B-707C3AD592C8}"/>
              </a:ext>
            </a:extLst>
          </p:cNvPr>
          <p:cNvSpPr txBox="1"/>
          <p:nvPr/>
        </p:nvSpPr>
        <p:spPr>
          <a:xfrm>
            <a:off x="1447060" y="5823751"/>
            <a:ext cx="5841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Pagina 72, 73</a:t>
            </a:r>
          </a:p>
        </p:txBody>
      </p:sp>
    </p:spTree>
    <p:extLst>
      <p:ext uri="{BB962C8B-B14F-4D97-AF65-F5344CB8AC3E}">
        <p14:creationId xmlns:p14="http://schemas.microsoft.com/office/powerpoint/2010/main" val="2536470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26399"/>
            <a:ext cx="8514451" cy="64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5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87" y="217466"/>
            <a:ext cx="8550226" cy="642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2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21933"/>
            <a:ext cx="8514451" cy="64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7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B6C91E0-A698-4AF8-BBC2-01365253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64" y="2678602"/>
            <a:ext cx="7452611" cy="53625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F32D43A-35A5-44DC-A536-3E775F39AE17}"/>
              </a:ext>
            </a:extLst>
          </p:cNvPr>
          <p:cNvSpPr txBox="1"/>
          <p:nvPr/>
        </p:nvSpPr>
        <p:spPr>
          <a:xfrm flipH="1">
            <a:off x="1153158" y="1076960"/>
            <a:ext cx="2494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Lancio di un dado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8FCDED-ED1A-4E71-AA36-40DDA5B53745}"/>
              </a:ext>
            </a:extLst>
          </p:cNvPr>
          <p:cNvSpPr txBox="1"/>
          <p:nvPr/>
        </p:nvSpPr>
        <p:spPr>
          <a:xfrm flipH="1">
            <a:off x="8544561" y="721360"/>
            <a:ext cx="2494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Pagina 78, 79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99C26E-F832-47E1-BC25-3118BB0E0D0D}"/>
              </a:ext>
            </a:extLst>
          </p:cNvPr>
          <p:cNvSpPr txBox="1"/>
          <p:nvPr/>
        </p:nvSpPr>
        <p:spPr>
          <a:xfrm flipH="1">
            <a:off x="1224664" y="1748164"/>
            <a:ext cx="2494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Valore atteso: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2" y="4292051"/>
            <a:ext cx="102774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43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5333"/>
            <a:ext cx="8478676" cy="63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97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0866"/>
            <a:ext cx="8478676" cy="63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37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22" y="230866"/>
            <a:ext cx="8478676" cy="6396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B37E1-D09A-4264-B543-6110413973AA}"/>
                  </a:ext>
                </a:extLst>
              </p:cNvPr>
              <p:cNvSpPr txBox="1"/>
              <p:nvPr/>
            </p:nvSpPr>
            <p:spPr>
              <a:xfrm>
                <a:off x="9662160" y="3631034"/>
                <a:ext cx="193487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B37E1-D09A-4264-B543-611041397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160" y="3631034"/>
                <a:ext cx="1934874" cy="369332"/>
              </a:xfrm>
              <a:prstGeom prst="rect">
                <a:avLst/>
              </a:prstGeom>
              <a:blipFill>
                <a:blip r:embed="rId3"/>
                <a:stretch>
                  <a:fillRect b="-2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5ED9365-20DC-40CF-A4C2-4965D6A47F8D}"/>
                  </a:ext>
                </a:extLst>
              </p:cNvPr>
              <p:cNvSpPr txBox="1"/>
              <p:nvPr/>
            </p:nvSpPr>
            <p:spPr>
              <a:xfrm>
                <a:off x="9892375" y="5562553"/>
                <a:ext cx="14744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sz="2400" dirty="0"/>
                  <a:t>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−µ</m:t>
                            </m:r>
                          </m:e>
                        </m:d>
                        <m:r>
                          <a:rPr lang="it-IT" sz="2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5ED9365-20DC-40CF-A4C2-4965D6A47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375" y="5562553"/>
                <a:ext cx="1474443" cy="369332"/>
              </a:xfrm>
              <a:prstGeom prst="rect">
                <a:avLst/>
              </a:prstGeom>
              <a:blipFill>
                <a:blip r:embed="rId4"/>
                <a:stretch>
                  <a:fillRect l="-12810" t="-24590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>
            <a:extLst>
              <a:ext uri="{FF2B5EF4-FFF2-40B4-BE49-F238E27FC236}">
                <a16:creationId xmlns:a16="http://schemas.microsoft.com/office/drawing/2014/main" id="{91CDEA49-0BEF-4BAD-AB33-990D895598DA}"/>
              </a:ext>
            </a:extLst>
          </p:cNvPr>
          <p:cNvSpPr txBox="1"/>
          <p:nvPr/>
        </p:nvSpPr>
        <p:spPr>
          <a:xfrm>
            <a:off x="10005384" y="926115"/>
            <a:ext cx="1471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Pagina 75</a:t>
            </a:r>
          </a:p>
        </p:txBody>
      </p:sp>
    </p:spTree>
    <p:extLst>
      <p:ext uri="{BB962C8B-B14F-4D97-AF65-F5344CB8AC3E}">
        <p14:creationId xmlns:p14="http://schemas.microsoft.com/office/powerpoint/2010/main" val="2073827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58" y="2427316"/>
            <a:ext cx="7903029" cy="1516034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58" y="475211"/>
            <a:ext cx="5654942" cy="455814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7448204" y="561693"/>
            <a:ext cx="86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Pag. 75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0408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87" y="221933"/>
            <a:ext cx="8550226" cy="64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49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87" y="208533"/>
            <a:ext cx="8550226" cy="64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77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44266"/>
            <a:ext cx="8478676" cy="636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3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30866"/>
            <a:ext cx="8514451" cy="63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13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26399"/>
            <a:ext cx="8514451" cy="6405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13AC9E2-FA35-4AA5-B0B9-D4A538C3C9FF}"/>
                  </a:ext>
                </a:extLst>
              </p:cNvPr>
              <p:cNvSpPr txBox="1"/>
              <p:nvPr/>
            </p:nvSpPr>
            <p:spPr>
              <a:xfrm>
                <a:off x="6397629" y="2672172"/>
                <a:ext cx="68102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13AC9E2-FA35-4AA5-B0B9-D4A538C3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29" y="2672172"/>
                <a:ext cx="681020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13A1588-FD3A-4F1E-A36F-47BEF2E60E25}"/>
                  </a:ext>
                </a:extLst>
              </p:cNvPr>
              <p:cNvSpPr txBox="1"/>
              <p:nvPr/>
            </p:nvSpPr>
            <p:spPr>
              <a:xfrm>
                <a:off x="6255389" y="2070543"/>
                <a:ext cx="68102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13A1588-FD3A-4F1E-A36F-47BEF2E60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389" y="2070543"/>
                <a:ext cx="681020" cy="5761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696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9799"/>
            <a:ext cx="8478676" cy="63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20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0866"/>
            <a:ext cx="8478676" cy="63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37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62" y="235333"/>
            <a:ext cx="8478676" cy="63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95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774" y="244266"/>
            <a:ext cx="8514451" cy="636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916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55</Words>
  <Application>Microsoft Office PowerPoint</Application>
  <PresentationFormat>Widescreen</PresentationFormat>
  <Paragraphs>11</Paragraphs>
  <Slides>33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Canal, Luisa</dc:creator>
  <cp:lastModifiedBy>Canal, Luisa</cp:lastModifiedBy>
  <cp:revision>28</cp:revision>
  <dcterms:created xsi:type="dcterms:W3CDTF">2017-09-18T15:49:46Z</dcterms:created>
  <dcterms:modified xsi:type="dcterms:W3CDTF">2026-02-26T13:58:41Z</dcterms:modified>
</cp:coreProperties>
</file>